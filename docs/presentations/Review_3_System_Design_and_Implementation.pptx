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Segoe UI"/>
              </a:defRPr>
            </a:pPr>
            <a:r>
              <a:t>DATA STRUCTURES AND ALGORITHMS | REVIEW 3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Integrated DSA Framework</a:t>
            </a:r>
          </a:p>
          <a:p>
            <a:pPr>
              <a:spcAft>
                <a:spcPts val="2400"/>
              </a:spcAft>
              <a:defRPr sz="1800">
                <a:solidFill>
                  <a:srgbClr val="B3F6FF"/>
                </a:solidFill>
                <a:latin typeface="Segoe UI"/>
              </a:defRPr>
            </a:pPr>
            <a:r>
              <a:t>System Design, Implementation Evidence &amp; Evaluation Readiness</a:t>
            </a: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TEAM MEMBERS: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T Harshith — 2510030029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D Siddhartha — 2510030423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S Anirudh — 2510030418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Ganesh — 2510030111</a:t>
            </a:r>
          </a:p>
          <a:p>
            <a:pPr>
              <a:defRPr sz="1200">
                <a:solidFill>
                  <a:srgbClr val="B4C3D2"/>
                </a:solidFill>
                <a:latin typeface="Segoe UI"/>
              </a:defRPr>
            </a:pPr>
            <a:r>
              <a:t>  Bharath — 2510030114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Continuity: Operationalizing the Framework from Review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Review 2 Identified Gaps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Absence of integrated assignment + routing pipeline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Abstract cost models detached from real road kinematics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Scalability bottlenecks when scaling orders and stops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Lack of dispatch transparency and rider explanation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Review 3 Operational Deliverables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Modular pipeline integrating 7 distinct DSA algorithms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Explicit mathematical formulation of the cost matrix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Algorithmic execution trace for single and batch orders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Measurable test evaluation harness and benchmark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Formal Decision Problem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Mathematical Objectives &amp; Constraints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Objective: Minimize Global Cost = Sum of (Weight_dist * Distance + Weight_time * TravelTime + Weight_load * RiderLoad - Weight_rating * Rating)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Constraint 1 (Feasibility): Bipartite edge exists iff rider is idle/active and within service radius threshold.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Constraint 2 (Capacity): For every rider R_i, Sum of active orders &lt;= Capacity_i (enforced by Network Flow).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Constraint 3 (Assignment): Every order O_j is assigned to at most one rider R_i (Hungarian 1-to-1 matching).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Constraint 4 (Multi-Stop Routing): Pickup must strictly precede drop-off in all generated route sequences.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Constraint 5 (ETA Bounds): ETA_total = PrepTime + (RoadDistance / BaseSpeed) * TrafficMultiplier + ServiceTime.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Integrated 7-Stage DSA Optimization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5486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1. Intake &amp; Filter:  Orders queued; Bipartite matching builds feasible rider-order pairs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5486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B3F6FF"/>
                </a:solidFill>
                <a:latin typeface="Segoe UI"/>
              </a:defRPr>
            </a:pPr>
            <a:r>
              <a:t>2. Hungarian Assignment:  Computes N x M cost matrix; finds globally minimal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698480" cy="5486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3. Network Flow:  Augmenting-path checks verify fleet capacity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59"/>
            <a:ext cx="10698480" cy="5486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B3F6FF"/>
                </a:solidFill>
                <a:latin typeface="Segoe UI"/>
              </a:defRPr>
            </a:pPr>
            <a:r>
              <a:t>4. Road Routing:  Shortest path road geometry retrieved via Mapbox directions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5486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5. TSP / Approximation:  2-Opt local search (N &lt;= 8) or 2-Approximation (N &gt; 8) sequences stops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5486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B3F6FF"/>
                </a:solidFill>
                <a:latin typeface="Segoe UI"/>
              </a:defRPr>
            </a:pPr>
            <a:r>
              <a:t>6. Randomized Search:  Monte Carlo randomized search resolves tied alternatives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399"/>
            <a:ext cx="10698480" cy="5486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7. Kinematic ETA:  Traffic multiplier and kitchen preparation times predict arrival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DSA Component Mapping &amp; Decision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Algorithm / Component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Mathematical Role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Input Data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Produced Output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Network Flow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Capacity verification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Rider bag bounds, flow network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Feasible max flow allocation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Bipartite Matching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Compatibility filtering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Rider &amp; order distance graph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Viable candidate edge set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Hungarian Algorithm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Global cost minimization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Calculated cost matrix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Optimal 1-to-1 dispatch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TSP (2-Opt)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Multi-stop sequencing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Pickup/drop coordinates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Shortest closed tour order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2-Approximation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Large-scale scalability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Complete metric distance graph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Near-optimal 2-approx route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Randomized Algorithm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Tie-breaking &amp; escape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Candidate scores &amp; variance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Stochastic tie resolution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ETA Prediction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Realistic arrival timing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Route distance, speed, traffic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B4C3D2"/>
                          </a:solidFill>
                          <a:latin typeface="Segoe UI"/>
                        </a:defRPr>
                      </a:pPr>
                      <a:r>
                        <a:t>Precise delivery ETA (min)</a:t>
                      </a:r>
                    </a:p>
                  </a:txBody>
                  <a:tcPr>
                    <a:solidFill>
                      <a:srgbClr val="1019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DATA STRUCTURES &amp; ALGORITHMS | FLEETFLOW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Adaptability to Operational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Segoe UI"/>
              </a:defRPr>
            </a:pPr>
            <a:r>
              <a:t>High Order Surge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System batches orders into clusters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Switches from exact TSP to Metric 2-Approximation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Reduces route computation from exponential to O(V²)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Network flow allocates multi-drop 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Peak Traffic Jam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Traffic congestion factor updates from 1.0 to 1.8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Kinematic ETA recalculates travel speeds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Road re-routing bypasses congested arterial links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Customer notified of updated delivery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Rider Disruption / Tie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Rider unassigned dynamically triggers re-dispatch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Candidates with identical costs evaluated via randomized tie-breaking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Fairness balancing prevents overloading senior riders</a:t>
            </a:r>
          </a:p>
          <a:p>
            <a:pPr>
              <a:spcAft>
                <a:spcPts val="400"/>
              </a:spcAft>
              <a:defRPr sz="1200">
                <a:solidFill>
                  <a:srgbClr val="B4C3D2"/>
                </a:solidFill>
                <a:latin typeface="Segoe UI"/>
              </a:defRPr>
            </a:pPr>
            <a:r>
              <a:t>• Maintains fleet utilization equilibrium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