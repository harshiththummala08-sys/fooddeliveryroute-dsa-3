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t>DATA STRUCTURES AND ALGORITHMS | REVIEW 2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Literature Review &amp; Gap Analysis</a:t>
            </a:r>
          </a:p>
          <a:p>
            <a:pPr>
              <a:spcAft>
                <a:spcPts val="2400"/>
              </a:spcAft>
              <a:defRPr sz="1800">
                <a:solidFill>
                  <a:srgbClr val="B3F6FF"/>
                </a:solidFill>
                <a:latin typeface="Segoe UI"/>
              </a:defRPr>
            </a:pPr>
            <a:r>
              <a:t>Critical Evaluation of Routing, Assignment, and Dynamic Dispatch Models</a:t>
            </a: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TEAM MEMBERS: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T Harshith — 2510030029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D Siddhartha — 2510030423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S Anirudh — 2510030418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Ganesh — 2510030111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Bharath — 2510030114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Framing: The Food Delivery Operational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Operational Constraints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High-volume dynamic incoming food orders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Spatially dispersed riders with variable availability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Perishable hot food: tight restaurant-to-customer SLA windows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Non-linear traffic delays and kitchen preparation buffers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Need for reliable, customer-facing ETA transparency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Why This is a Deep DSA Problem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Roads &amp; Networks: Modeled as directed weighted graphs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Candidate Feasibility: Solved via Bipartite Matching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Fleet Dispatch Optimization: Modeled as Hungarian Assignment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Capacity &amp; Workload Bounds: Solved via Network Flow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Multi-Stop Route Scalability: Solved via TSP &amp; Approximation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Fair Alternative Selection: Solved via Randomized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Evidence Base 1: Literature on Route Optimization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743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Paper &amp; Author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Problem Addressed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Algorithm / Model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Key Finding &amp; Relevance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Dijkstra (1959)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Shortest path on positive edge graphs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Label-setting shortest path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Establishes minimum distance road graph baseline.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Dantzig &amp; Ramser (1959)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Fleet routing with demand points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Linear programming dispatch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Introduced Vehicle Routing Problem (VRP); offline focus.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Steever et al. (2019)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Dynamic multi-restaurant food delivery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MILP + auction heuristic (VFCDP)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Models food-court orders; re-optimization increases complexity.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Reyes et al. (2018)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Last-mile routing with roaming locations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VRP + local search heuristics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Shows flexible location choices impact routing efficiency.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Evidence Base 2: Literature on Rider Assignment &amp; Allocation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743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Paper &amp; Author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Decision Problem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Algorithm / Model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Key Finding &amp; Relevance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Kuhn (1955)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One-to-one worker-to-job assignment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Hungarian Method (O(N³))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Globally minimizes total assignment cost in polynomial time.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Ford &amp; Fulkerson (1956)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Maximum feasible flow in network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Augmenting-path max-flow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Formalizes capacity constraints for multi-order carrying riders.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Shmoys &amp; Tardos (1993)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Costed jobs on capacity machines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Generalized assignment approx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Polynomial-time approximation under capacity bounds.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Alonso-Mora et al. (2017)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Real-time trip-vehicle dispatch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Graph construction + optimization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Scales dynamic assignment for ride-sharing; complex transfer.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Critical Analysis &amp; Synthesis Across Literature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Isolated Academic Focus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Route-centric papers (Dijkstra, VRP) ignore dynamic rider assignment.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Assignment models (Hungarian, Max-Flow) treat road distances as abstract static numbers without real road geometry or live traffic.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Exact MILP models fail to scale in real-time under high order volumes.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Existing systems rarely provide explainable dispatch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Our Synthesized Approach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Formulate a unified, multi-layered decision pipeline.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Chain matching, assignment, flow, and TSP into a cohesive workflow.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Incorporate kinematic factors (traffic factor, food prep time) into ETA.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Use 2-Approximation and Monte Carlo randomized search to guarantee real-time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Identified Research Gaps &amp; Proposed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GAP 1: Pipeline Separation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Literature Gap: Assignment and routing treated as separate problems.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Observed Flaw: Optimal routing for a poorly chosen rider still results in late delivery.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Proposed Fix: Bipartite matching + Hungarian assignment execute before route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GAP 2: Abstract Costs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Literature Gap: Assignment cost matrices use naive Euclidean distances.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Observed Flaw: Ignores road topology, one-way streets, and preparation delays.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Proposed Fix: Build cost matrix directly from road network distance &amp; traffic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GAP 3: Scalability Dilemma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Literature Gap: Exact solvers are too slow, while simple greedy heuristics produce poor routes.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Observed Flaw: Combinatorial explosion as orders scale.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Proposed Fix: Metric TSP 2-Approximation for N &gt; 8, plus Randomized search for tie-breaking.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Traceable Literature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Academic Citations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[1] E. W. Dijkstra, 'A note on two problems in connexion with graphs,' Numerische Mathematik, vol. 1, 1959.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[2] G. B. Dantzig and J. H. Ramser, 'The truck dispatching problem,' Management Science, vol. 6, no. 1, 1959.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[3] Z. Steever, M. Karwan, and C. Murray, 'Dynamic courier routing for food delivery,' Computers &amp; Operations Research, 2019.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[4] D. Reyes, M. Savelsbergh, and A. Toriello, 'Vehicle routing with roaming delivery locations,' Transp. Res. Part C, 2018.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[5] H. W. Kuhn, 'The Hungarian method for the assignment problem,' Naval Research Logistics Quarterly, 1955.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[6] L. R. Ford Jr. and D. R. Fulkerson, 'Maximal flow through a network,' Canadian Journal of Mathematics, 1956.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[7] D. B. Shmoys and E. Tardos, 'An approximation algorithm for the generalized assignment problem,' Math. Prog., 1993.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[8] J. Alonso-Mora et al., 'On-demand high-capacity ride-sharing via dynamic trip-vehicle assignment,' PNAS,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