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DATA STRUCTURES AND ALGORITHMS | REVIEW 1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Food Delivery Route Optimization</a:t>
            </a:r>
          </a:p>
          <a:p>
            <a:pPr>
              <a:spcAft>
                <a:spcPts val="2400"/>
              </a:spcAft>
              <a:defRPr sz="1800">
                <a:solidFill>
                  <a:srgbClr val="B3F6FF"/>
                </a:solidFill>
                <a:latin typeface="Segoe UI"/>
              </a:defRPr>
            </a:pPr>
            <a:r>
              <a:t>DSA-Based Framework for Rider Assignment, Routing &amp; ETA Prediction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TEAM MEMBERS: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T Harshith — 2510030029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D Siddhartha — 2510030423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S Anirudh — 2510030418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Ganesh — 2510030111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Bharath — 2510030114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What We Are Going To Do: Project Framing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1. Input Layer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Incoming customer food orders with timestamps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Restaurant coordinates &amp; food prep duration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Customer drop-off locations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Real-time available delivery rider fleet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Road network geometry and distance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Decision Engine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Calculate multi-factor assignment cost matrix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Filter viable rider-order pairs via matching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Optimize fleet-wide assignments (Kuhn-Hungarian)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Capacity checking with network flow bounds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Multi-order drop routing via TSP heuristics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Output &amp; Results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Globally optimal rider-to-order assignment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Shortest practical road navigation path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Multi-factor Kinematic ETA prediction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Distance saved and travel time metrics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Fair, balanced workload distribution across fleet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Data Structures Used in the Delivery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Application in Food Delivery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Algorithmic Advantage &amp; Output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Graph / Adjacency List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Road network nodes, intersections, and road segments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Accurate shortest-path routing and distance lookups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Matrix (2D Array)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Rider-to-order dispatch weights across all fleet pairs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Input formulation for Hungarian assignment optimization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Queue / FIFO Buffer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Incoming real-time orders from multiple customers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Fair first-come first-processed intake pipeline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Hash Map / Hash Table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O(1) indexing of active riders, restaurants, and orders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Instant lookups by ID during dispatch and state updates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Priority Queue / Min-Heap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Distance/ETA ranking of candidate delivery riders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O(log K) extraction of lowest cost rider alternatives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Array / Dynamic List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Route coordinate sequences and historical delivery metrics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Sequential path generation for Mapbox visualization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Algorithms Covered in the Optimization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1. Network Flow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Edmonds-Karp / Ford-Fulkerson method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Enforces strict rider bag capacity and transit flow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Bipartite Matching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Maximum cardinality bipartite graph matching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Filters viable rider-order candidate pairings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Assignment Problem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Hungarian Algorithm (Kuhn-Munkres O(N³))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Minimizes total fleet dispatch cost globally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4. Travelling Salesman (TSP)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2-Opt local search iterative edge swapping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Finds optimal multi-stop pickup/drop order for small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5. Approximation Algorithm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Metric TSP 2-Approximation via MST doubling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Scales multi-stop route sequencing for large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6. Randomized Algorithm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Monte Carlo randomized local search &amp; tie-breaking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Escapes local minima and balances near-tied assignments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Expected Project Outcomes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Key Performance Outcomes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Reduced Delivery Time: Faster food transit from kitchen to door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Lower Total Distance: Road optimization reduces fuel and wear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Fair Rider Allocation: Eliminates rider burnout by balancing orders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Accurate ETA Prediction: Realistic time estimates for customer tracking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Interactive Command UI: Real-time map visualization of delivery fleet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Title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Title: Food Delivery Route Optimization Using Network Flow, Matching, and TSP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Target Domain: Swiggy / Zomato style hyper-local on-demand delivery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Academic Core: Practical convergence of 6 distinct DSA domains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Demonstration Goal: Interactive logistics command center running real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